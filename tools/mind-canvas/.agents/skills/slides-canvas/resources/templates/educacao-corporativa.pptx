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  <p:embeddedFont>
      <p:font typeface="Montserrat Medium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Medium-bold.fntdata"/><Relationship Id="rId10" Type="http://schemas.openxmlformats.org/officeDocument/2006/relationships/font" Target="fonts/MontserratMedium-regular.fntdata"/><Relationship Id="rId13" Type="http://schemas.openxmlformats.org/officeDocument/2006/relationships/font" Target="fonts/MontserratMedium-boldItalic.fntdata"/><Relationship Id="rId12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09552" y="2423580"/>
            <a:ext cx="29177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6FAAD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Título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09552" y="2946800"/>
            <a:ext cx="29177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67148" y="1221003"/>
            <a:ext cx="1180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