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48877538" cy="27630438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m 5" descr="Uma imagem contendo Diagrama"/>
          <p:cNvPicPr/>
          <p:nvPr/>
        </p:nvPicPr>
        <p:blipFill>
          <a:blip r:embed="rId1"/>
          <a:stretch/>
        </p:blipFill>
        <p:spPr>
          <a:xfrm>
            <a:off x="-120600" y="0"/>
            <a:ext cx="49117320" cy="27628920"/>
          </a:xfrm>
          <a:prstGeom prst="rect">
            <a:avLst/>
          </a:prstGeom>
          <a:ln w="0">
            <a:noFill/>
          </a:ln>
        </p:spPr>
      </p:pic>
      <p:sp>
        <p:nvSpPr>
          <p:cNvPr id="1" name="CaixaDeTexto 6"/>
          <p:cNvSpPr/>
          <p:nvPr/>
        </p:nvSpPr>
        <p:spPr>
          <a:xfrm>
            <a:off x="6049800" y="11647440"/>
            <a:ext cx="3957480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600" spc="-1" strike="noStrike">
                <a:solidFill>
                  <a:srgbClr val="000000"/>
                </a:solidFill>
                <a:latin typeface="Roboto Black"/>
                <a:ea typeface="Roboto Black"/>
              </a:rPr>
              <a:t>Nome Fulano da Silva</a:t>
            </a:r>
            <a:endParaRPr b="0" lang="en-US" sz="6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CaixaDeTexto 6"/>
          <p:cNvSpPr/>
          <p:nvPr/>
        </p:nvSpPr>
        <p:spPr>
          <a:xfrm>
            <a:off x="6049800" y="15990840"/>
            <a:ext cx="3957480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600" spc="-1" strike="noStrike">
                <a:solidFill>
                  <a:srgbClr val="000000"/>
                </a:solidFill>
                <a:latin typeface="Roboto Black"/>
                <a:ea typeface="Roboto Black"/>
              </a:rPr>
              <a:t>Animais Verdes</a:t>
            </a:r>
            <a:endParaRPr b="0" lang="en-US" sz="6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3" descr="Imagem em preto e branco"/>
          <p:cNvPicPr/>
          <p:nvPr/>
        </p:nvPicPr>
        <p:blipFill>
          <a:blip r:embed="rId1"/>
          <a:stretch/>
        </p:blipFill>
        <p:spPr>
          <a:xfrm>
            <a:off x="-120600" y="0"/>
            <a:ext cx="49117320" cy="27628920"/>
          </a:xfrm>
          <a:prstGeom prst="rect">
            <a:avLst/>
          </a:prstGeom>
          <a:ln w="0">
            <a:noFill/>
          </a:ln>
        </p:spPr>
      </p:pic>
      <p:sp>
        <p:nvSpPr>
          <p:cNvPr id="4" name="Rectangle 2"/>
          <p:cNvSpPr/>
          <p:nvPr/>
        </p:nvSpPr>
        <p:spPr>
          <a:xfrm>
            <a:off x="18427680" y="844560"/>
            <a:ext cx="6127920" cy="79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aixaDeTexto 6"/>
          <p:cNvSpPr/>
          <p:nvPr/>
        </p:nvSpPr>
        <p:spPr>
          <a:xfrm>
            <a:off x="4754520" y="3913200"/>
            <a:ext cx="3957480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600" spc="-1" strike="noStrike">
                <a:solidFill>
                  <a:srgbClr val="000000"/>
                </a:solidFill>
                <a:latin typeface="Roboto Black"/>
                <a:ea typeface="Roboto Black"/>
              </a:rPr>
              <a:t>TITULO</a:t>
            </a:r>
            <a:endParaRPr b="0" lang="en-US" sz="6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CaixaDeTexto 1"/>
          <p:cNvSpPr/>
          <p:nvPr/>
        </p:nvSpPr>
        <p:spPr>
          <a:xfrm>
            <a:off x="5010120" y="5632560"/>
            <a:ext cx="410018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pc="-1" strike="noStrike">
                <a:solidFill>
                  <a:srgbClr val="000000"/>
                </a:solidFill>
                <a:latin typeface="Roboto"/>
                <a:ea typeface="Roboto"/>
              </a:rPr>
              <a:t>TEXTO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2" descr="Forma, Retângulo"/>
          <p:cNvPicPr/>
          <p:nvPr/>
        </p:nvPicPr>
        <p:blipFill>
          <a:blip r:embed="rId1"/>
          <a:stretch/>
        </p:blipFill>
        <p:spPr>
          <a:xfrm>
            <a:off x="-120600" y="0"/>
            <a:ext cx="49117320" cy="27628920"/>
          </a:xfrm>
          <a:prstGeom prst="rect">
            <a:avLst/>
          </a:prstGeom>
          <a:ln w="0">
            <a:noFill/>
          </a:ln>
        </p:spPr>
      </p:pic>
      <p:sp>
        <p:nvSpPr>
          <p:cNvPr id="8" name="CaixaDeTexto 6"/>
          <p:cNvSpPr/>
          <p:nvPr/>
        </p:nvSpPr>
        <p:spPr>
          <a:xfrm>
            <a:off x="4754520" y="3913200"/>
            <a:ext cx="3957480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600" spc="-1" strike="noStrike">
                <a:solidFill>
                  <a:srgbClr val="ffffff"/>
                </a:solidFill>
                <a:latin typeface="Roboto Black"/>
                <a:ea typeface="Roboto Black"/>
              </a:rPr>
              <a:t>TITULO</a:t>
            </a:r>
            <a:endParaRPr b="0" lang="en-US" sz="6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2" descr=""/>
          <p:cNvPicPr/>
          <p:nvPr/>
        </p:nvPicPr>
        <p:blipFill>
          <a:blip r:embed="rId1"/>
          <a:stretch/>
        </p:blipFill>
        <p:spPr>
          <a:xfrm>
            <a:off x="15403680" y="12646080"/>
            <a:ext cx="17514720" cy="2678040"/>
          </a:xfrm>
          <a:prstGeom prst="rect">
            <a:avLst/>
          </a:prstGeom>
          <a:ln w="0">
            <a:noFill/>
          </a:ln>
        </p:spPr>
      </p:pic>
      <p:pic>
        <p:nvPicPr>
          <p:cNvPr id="10" name="Imagem 5" descr="Uma imagem contendo 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-120600" y="0"/>
            <a:ext cx="49117320" cy="2762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Amaiza Cortez Guimaraes</dc:creator>
  <dc:description/>
  <cp:keywords/>
  <dc:language>en-US</dc:language>
  <cp:lastModifiedBy>Amaiza Cortez Guimaraes</cp:lastModifiedBy>
  <dcterms:modified xsi:type="dcterms:W3CDTF">2024-07-11T09:37:13Z</dcterms:modified>
  <cp:revision>27</cp:revision>
  <dc:subject/>
  <dc:title>TESTE MIL</dc:title>
</cp:coreProperties>
</file>