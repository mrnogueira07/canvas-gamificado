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27628850" cx="48875950"/>
  <p:notesSz cx="6858000" cy="9144000"/>
  <p:embeddedFontLst>
    <p:embeddedFont>
      <p:font typeface="Montserrat SemiBold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Montserrat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hhxA5FsYMuu+qzEenuqul4RzbJ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MontserratMedium-bold.fntdata"/><Relationship Id="rId25" Type="http://schemas.openxmlformats.org/officeDocument/2006/relationships/font" Target="fonts/MontserratMedium-regular.fntdata"/><Relationship Id="rId28" Type="http://schemas.openxmlformats.org/officeDocument/2006/relationships/font" Target="fonts/MontserratMedium-boldItalic.fntdata"/><Relationship Id="rId27" Type="http://schemas.openxmlformats.org/officeDocument/2006/relationships/font" Target="fonts/Montserrat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MontserratSemiBold-italic.fntdata"/><Relationship Id="rId18" Type="http://schemas.openxmlformats.org/officeDocument/2006/relationships/font" Target="fonts/Montserra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00087" y="1143000"/>
            <a:ext cx="54578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/>
          <p:nvPr>
            <p:ph idx="2" type="sldImg"/>
          </p:nvPr>
        </p:nvSpPr>
        <p:spPr>
          <a:xfrm>
            <a:off x="700087" y="1143000"/>
            <a:ext cx="54578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/>
          <p:nvPr>
            <p:ph idx="2" type="sldImg"/>
          </p:nvPr>
        </p:nvSpPr>
        <p:spPr>
          <a:xfrm>
            <a:off x="700087" y="1143000"/>
            <a:ext cx="54578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/>
          <p:nvPr>
            <p:ph idx="2" type="sldImg"/>
          </p:nvPr>
        </p:nvSpPr>
        <p:spPr>
          <a:xfrm>
            <a:off x="700087" y="1143000"/>
            <a:ext cx="54578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/>
          <p:nvPr>
            <p:ph idx="2" type="sldImg"/>
          </p:nvPr>
        </p:nvSpPr>
        <p:spPr>
          <a:xfrm>
            <a:off x="700087" y="1143000"/>
            <a:ext cx="54578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2" name="Google Shape;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" name="Google Shape;43;p4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/>
          <p:nvPr>
            <p:ph idx="2" type="sldImg"/>
          </p:nvPr>
        </p:nvSpPr>
        <p:spPr>
          <a:xfrm>
            <a:off x="700087" y="1143000"/>
            <a:ext cx="54578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p5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6:notes"/>
          <p:cNvSpPr/>
          <p:nvPr>
            <p:ph idx="2" type="sldImg"/>
          </p:nvPr>
        </p:nvSpPr>
        <p:spPr>
          <a:xfrm>
            <a:off x="700087" y="1143000"/>
            <a:ext cx="54578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7:notes"/>
          <p:cNvSpPr/>
          <p:nvPr>
            <p:ph idx="2" type="sldImg"/>
          </p:nvPr>
        </p:nvSpPr>
        <p:spPr>
          <a:xfrm>
            <a:off x="700087" y="1143000"/>
            <a:ext cx="54578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8:notes"/>
          <p:cNvSpPr/>
          <p:nvPr>
            <p:ph idx="2" type="sldImg"/>
          </p:nvPr>
        </p:nvSpPr>
        <p:spPr>
          <a:xfrm>
            <a:off x="700087" y="1143000"/>
            <a:ext cx="54578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9:notes"/>
          <p:cNvSpPr/>
          <p:nvPr>
            <p:ph idx="2" type="sldImg"/>
          </p:nvPr>
        </p:nvSpPr>
        <p:spPr>
          <a:xfrm>
            <a:off x="700087" y="1143000"/>
            <a:ext cx="54578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700087" y="1143000"/>
            <a:ext cx="54578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11:notes"/>
          <p:cNvSpPr/>
          <p:nvPr>
            <p:ph idx="2" type="sldImg"/>
          </p:nvPr>
        </p:nvSpPr>
        <p:spPr>
          <a:xfrm>
            <a:off x="700087" y="1143000"/>
            <a:ext cx="54578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 txBox="1"/>
          <p:nvPr/>
        </p:nvSpPr>
        <p:spPr>
          <a:xfrm>
            <a:off x="19118262" y="7913687"/>
            <a:ext cx="23287037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7CE1"/>
              </a:buClr>
              <a:buSzPts val="10000"/>
              <a:buFont typeface="Montserrat SemiBold"/>
              <a:buNone/>
            </a:pPr>
            <a:r>
              <a:rPr b="1" i="0" lang="pt-BR" sz="10000" u="none" cap="none" strike="noStrike">
                <a:solidFill>
                  <a:srgbClr val="257CE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Tema da aula: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9118262" y="9483725"/>
            <a:ext cx="23287037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Montserrat SemiBold"/>
              <a:buNone/>
            </a:pPr>
            <a:r>
              <a:rPr b="0" i="0" lang="pt-BR" sz="100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Tema da aula: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19118262" y="15390812"/>
            <a:ext cx="232869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7CE1"/>
              </a:buClr>
              <a:buSzPts val="10000"/>
              <a:buFont typeface="Montserrat SemiBold"/>
              <a:buNone/>
            </a:pPr>
            <a:r>
              <a:rPr b="1" i="0" lang="pt-BR" sz="10000" u="none" cap="none" strike="noStrike">
                <a:solidFill>
                  <a:srgbClr val="257CE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Disciplina: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19118262" y="16960850"/>
            <a:ext cx="23287037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Montserrat SemiBold"/>
              <a:buNone/>
            </a:pPr>
            <a:r>
              <a:rPr b="0" i="0" lang="pt-BR" sz="100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Disciplina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/>
          <p:nvPr/>
        </p:nvSpPr>
        <p:spPr>
          <a:xfrm>
            <a:off x="5241925" y="10150475"/>
            <a:ext cx="410019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 Medium"/>
              <a:buNone/>
            </a:pPr>
            <a:r>
              <a:rPr i="0" lang="pt-BR" sz="8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TEXTO PRETO MONTSERRAT M</a:t>
            </a:r>
            <a:r>
              <a:rPr lang="pt-BR" sz="8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ÉDIA</a:t>
            </a:r>
            <a:r>
              <a:rPr i="0" lang="pt-BR" sz="8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80pts</a:t>
            </a:r>
            <a:endParaRPr i="0" sz="8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2749550" y="2944812"/>
            <a:ext cx="352281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96E1"/>
              </a:buClr>
              <a:buSzPts val="10000"/>
              <a:buFont typeface="Montserrat SemiBold"/>
              <a:buNone/>
            </a:pPr>
            <a:r>
              <a:rPr b="1" i="0" lang="pt-BR" sz="10000" u="none" cap="none" strike="noStrike">
                <a:solidFill>
                  <a:srgbClr val="2796E1"/>
                </a:solidFill>
                <a:latin typeface="Montserrat"/>
                <a:ea typeface="Montserrat"/>
                <a:cs typeface="Montserrat"/>
                <a:sym typeface="Montserrat"/>
              </a:rPr>
              <a:t>TÍTULO AZUL MONTSERRAT </a:t>
            </a:r>
            <a:r>
              <a:rPr b="1" lang="pt-BR" sz="10000">
                <a:solidFill>
                  <a:srgbClr val="2796E1"/>
                </a:solidFill>
                <a:latin typeface="Montserrat"/>
                <a:ea typeface="Montserrat"/>
                <a:cs typeface="Montserrat"/>
                <a:sym typeface="Montserrat"/>
              </a:rPr>
              <a:t>NEGRITO</a:t>
            </a:r>
            <a:r>
              <a:rPr b="1" i="0" lang="pt-BR" sz="10000" u="none" cap="none" strike="noStrike">
                <a:solidFill>
                  <a:srgbClr val="2796E1"/>
                </a:solidFill>
                <a:latin typeface="Montserrat"/>
                <a:ea typeface="Montserrat"/>
                <a:cs typeface="Montserrat"/>
                <a:sym typeface="Montserrat"/>
              </a:rPr>
              <a:t> 100pts</a:t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2749550" y="6546850"/>
            <a:ext cx="352281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96E1"/>
              </a:buClr>
              <a:buSzPts val="10000"/>
              <a:buFont typeface="Montserrat SemiBold"/>
              <a:buNone/>
            </a:pPr>
            <a:r>
              <a:rPr b="1" i="0" lang="pt-BR" sz="10000" u="none" cap="none" strike="noStrike">
                <a:solidFill>
                  <a:srgbClr val="2796E1"/>
                </a:solidFill>
                <a:latin typeface="Montserrat"/>
                <a:ea typeface="Montserrat"/>
                <a:cs typeface="Montserrat"/>
                <a:sym typeface="Montserrat"/>
              </a:rPr>
              <a:t>SUBTÍTULO AZUL MONTSERRAT </a:t>
            </a:r>
            <a:r>
              <a:rPr b="1" lang="pt-BR" sz="10000">
                <a:solidFill>
                  <a:srgbClr val="2796E1"/>
                </a:solidFill>
                <a:latin typeface="Montserrat"/>
                <a:ea typeface="Montserrat"/>
                <a:cs typeface="Montserrat"/>
                <a:sym typeface="Montserrat"/>
              </a:rPr>
              <a:t>NEGRITO</a:t>
            </a:r>
            <a:r>
              <a:rPr b="1" i="0" lang="pt-BR" sz="10000" u="none" cap="none" strike="noStrike">
                <a:solidFill>
                  <a:srgbClr val="2796E1"/>
                </a:solidFill>
                <a:latin typeface="Montserrat"/>
                <a:ea typeface="Montserrat"/>
                <a:cs typeface="Montserrat"/>
                <a:sym typeface="Montserrat"/>
              </a:rPr>
              <a:t> 100pts</a:t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0"/>
            <a:ext cx="49117250" cy="276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3"/>
          <p:cNvSpPr txBox="1"/>
          <p:nvPr/>
        </p:nvSpPr>
        <p:spPr>
          <a:xfrm>
            <a:off x="37642800" y="2436812"/>
            <a:ext cx="10593387" cy="4740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100"/>
              <a:buFont typeface="Calibri"/>
              <a:buNone/>
            </a:pPr>
            <a:r>
              <a:rPr b="1" i="0" lang="pt-BR" sz="15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ÁREA DE SEGURANÇA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 txBox="1"/>
          <p:nvPr/>
        </p:nvSpPr>
        <p:spPr>
          <a:xfrm>
            <a:off x="98425" y="0"/>
            <a:ext cx="36406137" cy="27492325"/>
          </a:xfrm>
          <a:prstGeom prst="rect">
            <a:avLst/>
          </a:prstGeom>
          <a:noFill/>
          <a:ln cap="flat" cmpd="sng" w="381000">
            <a:solidFill>
              <a:srgbClr val="9BBB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" name="Google Shape;35;p3"/>
          <p:cNvGrpSpPr/>
          <p:nvPr/>
        </p:nvGrpSpPr>
        <p:grpSpPr>
          <a:xfrm>
            <a:off x="33177162" y="-23812"/>
            <a:ext cx="15851187" cy="33505774"/>
            <a:chOff x="33177162" y="-23812"/>
            <a:chExt cx="15851187" cy="33505774"/>
          </a:xfrm>
        </p:grpSpPr>
        <p:sp>
          <p:nvSpPr>
            <p:cNvPr id="36" name="Google Shape;36;p3"/>
            <p:cNvSpPr txBox="1"/>
            <p:nvPr/>
          </p:nvSpPr>
          <p:spPr>
            <a:xfrm>
              <a:off x="36850637" y="-23812"/>
              <a:ext cx="12177712" cy="27492325"/>
            </a:xfrm>
            <a:prstGeom prst="rect">
              <a:avLst/>
            </a:prstGeom>
            <a:noFill/>
            <a:ln cap="flat" cmpd="sng" w="3810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jovem professora ensinando personagem de desenho animado ..." id="37" name="Google Shape;37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177162" y="7421562"/>
              <a:ext cx="14712950" cy="26060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" name="Google Shape;38;p3"/>
          <p:cNvSpPr txBox="1"/>
          <p:nvPr/>
        </p:nvSpPr>
        <p:spPr>
          <a:xfrm>
            <a:off x="5037137" y="10345737"/>
            <a:ext cx="19400700" cy="6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BB59"/>
              </a:buClr>
              <a:buSzPts val="8000"/>
              <a:buFont typeface="Montserrat Thin"/>
              <a:buNone/>
            </a:pPr>
            <a:r>
              <a:rPr i="0" lang="pt-BR" sz="8000" u="none" cap="none" strike="noStrike">
                <a:solidFill>
                  <a:srgbClr val="9BBB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 ÁREA REPRESENTADA EM VERDE CORRESPONDE AO ESPAÇO QUE O PROFESSOR PODE EXPLORAR</a:t>
            </a:r>
            <a:endParaRPr i="0" sz="1400" u="none" cap="none" strike="noStrik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BB59"/>
              </a:buClr>
              <a:buSzPts val="8000"/>
              <a:buFont typeface="Montserrat Thin"/>
              <a:buNone/>
            </a:pPr>
            <a:r>
              <a:rPr i="0" lang="pt-BR" sz="8000" u="none" cap="none" strike="noStrike">
                <a:solidFill>
                  <a:srgbClr val="9BBB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 ELEMENTOS GRÁFICOS OU TEXTOS.</a:t>
            </a:r>
            <a:endParaRPr i="0" sz="1400" u="none" cap="none" strike="noStrik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16313150" y="23191787"/>
            <a:ext cx="193992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Montserrat Thin"/>
              <a:buNone/>
            </a:pPr>
            <a:r>
              <a:rPr b="1" i="0" lang="pt-BR" sz="60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 ÁREA DE SEGURANÇA É REPRESENTADA EM VERMELHO E CORRESPONDE A 1/4 DA ÁREA TOTAL DO SLIDE. GERALMENTE, ESSA ÁREA É SOBREPOSTA PELO CORPO DO PROFESSOR.  </a:t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0"/>
            <a:ext cx="49117250" cy="276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 txBox="1"/>
          <p:nvPr/>
        </p:nvSpPr>
        <p:spPr>
          <a:xfrm>
            <a:off x="18427700" y="844550"/>
            <a:ext cx="6127750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15501937" y="10391775"/>
            <a:ext cx="16746537" cy="9813925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C334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14211300" y="21043900"/>
            <a:ext cx="20453350" cy="193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 Medium"/>
              <a:buNone/>
            </a:pPr>
            <a:r>
              <a:rPr b="0" i="1" lang="pt-BR" sz="6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Fonte: (autor) / (banco de imagens). 40pts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 Medium"/>
              <a:buNone/>
            </a:pPr>
            <a:r>
              <a:rPr b="0" i="1" lang="pt-BR" sz="6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MONTSERRAT MEDIUM 60PTS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2564766" y="3682056"/>
            <a:ext cx="26330274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 Medium"/>
              <a:buNone/>
            </a:pPr>
            <a:r>
              <a:rPr b="0" i="0" lang="pt-BR" sz="8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AS IMAGENS TAMBÉM DEVEM RESPEITAR A MARGEM DE SEGURANÇA,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 Medium"/>
              <a:buNone/>
            </a:pPr>
            <a:r>
              <a:rPr b="0" i="0" lang="pt-BR" sz="8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ASSIM COMO NO EXEMPLO ABAIXO: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37642800" y="2436812"/>
            <a:ext cx="10593387" cy="4740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100"/>
              <a:buFont typeface="Calibri"/>
              <a:buNone/>
            </a:pPr>
            <a:r>
              <a:rPr b="1" i="0" lang="pt-BR" sz="15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ÁREA DE SEGURANÇA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" name="Google Shape;51;p4"/>
          <p:cNvGrpSpPr/>
          <p:nvPr/>
        </p:nvGrpSpPr>
        <p:grpSpPr>
          <a:xfrm>
            <a:off x="33177162" y="-23812"/>
            <a:ext cx="15851187" cy="33505774"/>
            <a:chOff x="33177162" y="-23812"/>
            <a:chExt cx="15851187" cy="33505774"/>
          </a:xfrm>
        </p:grpSpPr>
        <p:sp>
          <p:nvSpPr>
            <p:cNvPr id="52" name="Google Shape;52;p4"/>
            <p:cNvSpPr txBox="1"/>
            <p:nvPr/>
          </p:nvSpPr>
          <p:spPr>
            <a:xfrm>
              <a:off x="36850637" y="-23812"/>
              <a:ext cx="12177712" cy="27492325"/>
            </a:xfrm>
            <a:prstGeom prst="rect">
              <a:avLst/>
            </a:prstGeom>
            <a:noFill/>
            <a:ln cap="flat" cmpd="sng" w="3810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jovem professora ensinando personagem de desenho animado ..." id="53" name="Google Shape;53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177162" y="7421562"/>
              <a:ext cx="14712950" cy="26060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0"/>
            <a:ext cx="49117250" cy="276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5"/>
          <p:cNvSpPr txBox="1"/>
          <p:nvPr/>
        </p:nvSpPr>
        <p:spPr>
          <a:xfrm>
            <a:off x="18427700" y="844550"/>
            <a:ext cx="6127750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3259137" y="6524625"/>
            <a:ext cx="16746537" cy="9813925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C334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1968500" y="17176750"/>
            <a:ext cx="20453350" cy="193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 Medium"/>
              <a:buNone/>
            </a:pPr>
            <a:r>
              <a:rPr b="0" i="1" lang="pt-BR" sz="6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Fonte: (autor) / (banco de imagens). 40pts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 Medium"/>
              <a:buNone/>
            </a:pPr>
            <a:r>
              <a:rPr b="0" i="1" lang="pt-BR" sz="6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MONTSERRAT MEDIUM 60PTS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3622517" y="20522813"/>
            <a:ext cx="24176990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 Medium"/>
              <a:buNone/>
            </a:pPr>
            <a:r>
              <a:rPr b="0" i="0" lang="pt-BR" sz="8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ELAS DEVEM SER PREFERENCIALMENTE COLOCADAS AO LADO ESQUERDO DO LAYOUT, COM SUA FONTE NA PARTE INFERIOR.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37642800" y="2436812"/>
            <a:ext cx="10593387" cy="4740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100"/>
              <a:buFont typeface="Calibri"/>
              <a:buNone/>
            </a:pPr>
            <a:r>
              <a:rPr b="1" i="0" lang="pt-BR" sz="15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ÁREA DE SEGURANÇA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36850637" y="-23812"/>
            <a:ext cx="12177712" cy="27492325"/>
          </a:xfrm>
          <a:prstGeom prst="rect">
            <a:avLst/>
          </a:prstGeom>
          <a:noFill/>
          <a:ln cap="flat" cmpd="sng" w="3810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jovem professora ensinando personagem de desenho animado ..." id="66" name="Google Shape;6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77162" y="7421562"/>
            <a:ext cx="14712950" cy="260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 txBox="1"/>
          <p:nvPr/>
        </p:nvSpPr>
        <p:spPr>
          <a:xfrm>
            <a:off x="21151850" y="7131050"/>
            <a:ext cx="13627100" cy="994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 Medium"/>
              <a:buNone/>
            </a:pPr>
            <a:r>
              <a:rPr b="0" i="0" lang="pt-BR" sz="8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TEXTO PRETO MONTSERRAT MEDIUM 80pts TEXTO PRETO MONTSERRAT MEDIUM 80pts TEXTO PRETO MONTSERRAT MEDIUM 80pts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t/>
            </a:r>
            <a:endParaRPr b="0" i="0" sz="80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2749550" y="2944812"/>
            <a:ext cx="352281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96E1"/>
              </a:buClr>
              <a:buSzPts val="10000"/>
              <a:buFont typeface="Montserrat SemiBold"/>
              <a:buNone/>
            </a:pPr>
            <a:r>
              <a:rPr b="1" i="0" lang="pt-BR" sz="10000" u="none" cap="none" strike="noStrike">
                <a:solidFill>
                  <a:srgbClr val="2796E1"/>
                </a:solidFill>
                <a:latin typeface="Montserrat"/>
                <a:ea typeface="Montserrat"/>
                <a:cs typeface="Montserrat"/>
                <a:sym typeface="Montserrat"/>
              </a:rPr>
              <a:t>TÍTULO AZUL MONTSERRAT </a:t>
            </a:r>
            <a:r>
              <a:rPr b="1" lang="pt-BR" sz="10000">
                <a:solidFill>
                  <a:srgbClr val="2796E1"/>
                </a:solidFill>
                <a:latin typeface="Montserrat"/>
                <a:ea typeface="Montserrat"/>
                <a:cs typeface="Montserrat"/>
                <a:sym typeface="Montserrat"/>
              </a:rPr>
              <a:t>NEGRITO</a:t>
            </a:r>
            <a:r>
              <a:rPr b="1" i="0" lang="pt-BR" sz="10000" u="none" cap="none" strike="noStrike">
                <a:solidFill>
                  <a:srgbClr val="2796E1"/>
                </a:solidFill>
                <a:latin typeface="Montserrat"/>
                <a:ea typeface="Montserrat"/>
                <a:cs typeface="Montserrat"/>
                <a:sym typeface="Montserrat"/>
              </a:rPr>
              <a:t> 100pts</a:t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0"/>
            <a:ext cx="49117250" cy="276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 txBox="1"/>
          <p:nvPr/>
        </p:nvSpPr>
        <p:spPr>
          <a:xfrm>
            <a:off x="40481250" y="808037"/>
            <a:ext cx="6132512" cy="773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1589405" y="1581150"/>
            <a:ext cx="32609155" cy="624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 Medium"/>
              <a:buNone/>
            </a:pPr>
            <a:r>
              <a:rPr b="0" i="0" lang="pt-BR" sz="8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NO CASO DE SEPARAÇÃO DE CONTEÚDO POR COR, RECOMENDA-SE O USO DE FORMAS SEM PREENCHIMENTO COM CONTORNOS DE 10PTS.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alibri"/>
              <a:buNone/>
            </a:pPr>
            <a:r>
              <a:t/>
            </a:r>
            <a:endParaRPr b="0" i="0" sz="8000" u="none" cap="none" strike="noStrike">
              <a:solidFill>
                <a:schemeClr val="dk1"/>
              </a:solidFill>
              <a:highlight>
                <a:srgbClr val="FFFF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 Medium"/>
              <a:buNone/>
            </a:pPr>
            <a:r>
              <a:rPr b="0" i="0" lang="pt-BR" sz="8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EXEMPLOS: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4632325" y="10512425"/>
            <a:ext cx="31089600" cy="2554287"/>
          </a:xfrm>
          <a:prstGeom prst="rect">
            <a:avLst/>
          </a:prstGeom>
          <a:noFill/>
          <a:ln cap="flat" cmpd="sng" w="127000">
            <a:solidFill>
              <a:srgbClr val="F7964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 Medium"/>
              <a:buNone/>
            </a:pPr>
            <a:r>
              <a:rPr b="0" i="0" lang="pt-BR" sz="8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TEXTO PRETO MONTSERRAT MEDIUM 80pts TEXTO PRETO MONTSERRAT MEDIUM 80pts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4632325" y="14217650"/>
            <a:ext cx="31089600" cy="2554287"/>
          </a:xfrm>
          <a:prstGeom prst="rect">
            <a:avLst/>
          </a:prstGeom>
          <a:noFill/>
          <a:ln cap="flat" cmpd="sng" w="1270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 Medium"/>
              <a:buNone/>
            </a:pPr>
            <a:r>
              <a:rPr b="0" i="0" lang="pt-BR" sz="8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TEXTO PRETO MONTSERRAT MEDIUM 80pts TEXTO PRETO MONTSERRAT MEDIUM 80pts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 txBox="1"/>
          <p:nvPr/>
        </p:nvSpPr>
        <p:spPr>
          <a:xfrm>
            <a:off x="4632325" y="17895887"/>
            <a:ext cx="31089600" cy="2554287"/>
          </a:xfrm>
          <a:prstGeom prst="rect">
            <a:avLst/>
          </a:prstGeom>
          <a:noFill/>
          <a:ln cap="flat" cmpd="sng" w="127000">
            <a:solidFill>
              <a:srgbClr val="9BBB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 Medium"/>
              <a:buNone/>
            </a:pPr>
            <a:r>
              <a:rPr b="0" i="0" lang="pt-BR" sz="8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TEXTO PRETO MONTSERRAT MEDIUM 80pts TEXTO PRETO MONTSERRAT MEDIUM 80pts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0"/>
            <a:ext cx="49117250" cy="276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7"/>
          <p:cNvSpPr txBox="1"/>
          <p:nvPr/>
        </p:nvSpPr>
        <p:spPr>
          <a:xfrm>
            <a:off x="40481250" y="808037"/>
            <a:ext cx="6132512" cy="773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 txBox="1"/>
          <p:nvPr/>
        </p:nvSpPr>
        <p:spPr>
          <a:xfrm>
            <a:off x="1528446" y="2862234"/>
            <a:ext cx="34803714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 Medium"/>
              <a:buNone/>
            </a:pPr>
            <a:r>
              <a:rPr b="0" i="0" lang="pt-BR" sz="8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OU BARRAS LATERAIS COLORIDAS PARA SEPARAR PARÁGRAFOS OU TÓPICOS.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alibri"/>
              <a:buNone/>
            </a:pPr>
            <a:r>
              <a:t/>
            </a:r>
            <a:endParaRPr b="0" i="0" sz="8000" u="none" cap="none" strike="noStrike">
              <a:solidFill>
                <a:schemeClr val="dk1"/>
              </a:solidFill>
              <a:highlight>
                <a:srgbClr val="FFFF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 Medium"/>
              <a:buNone/>
            </a:pPr>
            <a:r>
              <a:rPr b="0" i="0" lang="pt-BR" sz="8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EXEMPLOS: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7"/>
          <p:cNvSpPr txBox="1"/>
          <p:nvPr/>
        </p:nvSpPr>
        <p:spPr>
          <a:xfrm>
            <a:off x="4632325" y="10512425"/>
            <a:ext cx="31089600" cy="2554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 Medium"/>
              <a:buNone/>
            </a:pPr>
            <a:r>
              <a:rPr b="0" i="0" lang="pt-BR" sz="8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TEXTO PRETO MONTSERRAT MEDIUM 80pts TEXTO PRETO MONTSERRAT MEDIUM 80pts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4632325" y="14827250"/>
            <a:ext cx="31089600" cy="2554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 Medium"/>
              <a:buNone/>
            </a:pPr>
            <a:r>
              <a:rPr b="0" i="0" lang="pt-BR" sz="8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TEXTO PRETO MONTSERRAT MEDIUM 80pts TEXTO PRETO MONTSERRAT MEDIUM 80pts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4632325" y="19419887"/>
            <a:ext cx="31089600" cy="2554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 Medium"/>
              <a:buNone/>
            </a:pPr>
            <a:r>
              <a:rPr b="0" i="0" lang="pt-BR" sz="8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TEXTO PRETO MONTSERRAT MEDIUM 80pts TEXTO PRETO MONTSERRAT MEDIUM 80pts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 txBox="1"/>
          <p:nvPr/>
        </p:nvSpPr>
        <p:spPr>
          <a:xfrm>
            <a:off x="3717925" y="10207625"/>
            <a:ext cx="549275" cy="3143250"/>
          </a:xfrm>
          <a:prstGeom prst="rect">
            <a:avLst/>
          </a:prstGeom>
          <a:solidFill>
            <a:srgbClr val="F79646"/>
          </a:solidFill>
          <a:ln cap="flat" cmpd="sng" w="25400">
            <a:solidFill>
              <a:srgbClr val="F7964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 txBox="1"/>
          <p:nvPr/>
        </p:nvSpPr>
        <p:spPr>
          <a:xfrm>
            <a:off x="3627437" y="14539912"/>
            <a:ext cx="547687" cy="3141662"/>
          </a:xfrm>
          <a:prstGeom prst="rect">
            <a:avLst/>
          </a:prstGeom>
          <a:solidFill>
            <a:srgbClr val="7030A0"/>
          </a:solidFill>
          <a:ln cap="flat" cmpd="sng" w="254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 txBox="1"/>
          <p:nvPr/>
        </p:nvSpPr>
        <p:spPr>
          <a:xfrm>
            <a:off x="3627437" y="19115087"/>
            <a:ext cx="547687" cy="3143250"/>
          </a:xfrm>
          <a:prstGeom prst="rect">
            <a:avLst/>
          </a:prstGeom>
          <a:solidFill>
            <a:srgbClr val="9BBB59"/>
          </a:solidFill>
          <a:ln cap="flat" cmpd="sng" w="25400">
            <a:solidFill>
              <a:srgbClr val="9BBB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0"/>
            <a:ext cx="49117250" cy="276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8"/>
          <p:cNvSpPr txBox="1"/>
          <p:nvPr/>
        </p:nvSpPr>
        <p:spPr>
          <a:xfrm>
            <a:off x="40481250" y="808037"/>
            <a:ext cx="6132512" cy="773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 txBox="1"/>
          <p:nvPr/>
        </p:nvSpPr>
        <p:spPr>
          <a:xfrm>
            <a:off x="1589406" y="1581150"/>
            <a:ext cx="37181154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Montserrat Medium"/>
              <a:buNone/>
            </a:pPr>
            <a:r>
              <a:rPr b="0" i="0" lang="pt-BR" sz="6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SE FOR NECESSÁRIO UTILIZAR GRAFISMOS COLORIDOS COM TEXTOS PARA ILUSTRAR O CONTEÚDO, É IMPORTANTE RESPEITAR O CONTRASTE CROMÁTICO PARA QUE OS TEXTOS POSSAM SER VISUALIZADOS COM MAIS FACILIDADE EM TELA.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t/>
            </a:r>
            <a:endParaRPr b="0" i="0" sz="6600" u="none" cap="none" strike="noStrike">
              <a:solidFill>
                <a:schemeClr val="dk1"/>
              </a:solidFill>
              <a:highlight>
                <a:srgbClr val="FFFF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Montserrat Medium"/>
              <a:buNone/>
            </a:pPr>
            <a:r>
              <a:rPr b="0" i="0" lang="pt-BR" sz="6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SE HOUVER DÚVIDA CHEQUE A TABELA ABAIXO: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3450" y="6996112"/>
            <a:ext cx="35650487" cy="1946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0"/>
            <a:ext cx="49117250" cy="276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9"/>
          <p:cNvSpPr txBox="1"/>
          <p:nvPr/>
        </p:nvSpPr>
        <p:spPr>
          <a:xfrm>
            <a:off x="40481250" y="808037"/>
            <a:ext cx="6132512" cy="773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 txBox="1"/>
          <p:nvPr/>
        </p:nvSpPr>
        <p:spPr>
          <a:xfrm>
            <a:off x="1589406" y="1581150"/>
            <a:ext cx="37181154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Montserrat Medium"/>
              <a:buNone/>
            </a:pPr>
            <a:r>
              <a:rPr b="0" i="0" lang="pt-BR" sz="6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CONTAS MATEMÁTICAS OU FÓRMULAS QUE NECESSITEM DE RESOLUÇÃO DEVEM SER REPRESENTADAS EM DESTAQUE E COM ÁREA PARA O DESENVOLVIMENTO DA EXPLICAÇÃO.</a:t>
            </a:r>
            <a:endParaRPr b="0" i="0" sz="10000" u="none" cap="none" strike="noStrike">
              <a:solidFill>
                <a:schemeClr val="dk1"/>
              </a:solidFill>
              <a:highlight>
                <a:srgbClr val="FFFF00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7" name="Google Shape;107;p9"/>
          <p:cNvSpPr txBox="1"/>
          <p:nvPr/>
        </p:nvSpPr>
        <p:spPr>
          <a:xfrm>
            <a:off x="-120650" y="7768590"/>
            <a:ext cx="37181154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Montserrat SemiBold"/>
              <a:buNone/>
            </a:pPr>
            <a:r>
              <a:rPr b="0" i="0" lang="pt-BR" sz="10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FÓRMULA MATEMÁTICA MONTSERRAT BOLD ‘100’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9"/>
          <p:cNvSpPr txBox="1"/>
          <p:nvPr/>
        </p:nvSpPr>
        <p:spPr>
          <a:xfrm>
            <a:off x="3292475" y="10852150"/>
            <a:ext cx="31149925" cy="15195550"/>
          </a:xfrm>
          <a:prstGeom prst="rect">
            <a:avLst/>
          </a:prstGeom>
          <a:noFill/>
          <a:ln cap="flat" cmpd="sng" w="3810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9"/>
          <p:cNvCxnSpPr/>
          <p:nvPr/>
        </p:nvCxnSpPr>
        <p:spPr>
          <a:xfrm>
            <a:off x="34502725" y="13814425"/>
            <a:ext cx="3719512" cy="0"/>
          </a:xfrm>
          <a:prstGeom prst="straightConnector1">
            <a:avLst/>
          </a:prstGeom>
          <a:noFill/>
          <a:ln cap="flat" cmpd="sng" w="3810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0" name="Google Shape;110;p9"/>
          <p:cNvSpPr txBox="1"/>
          <p:nvPr/>
        </p:nvSpPr>
        <p:spPr>
          <a:xfrm>
            <a:off x="37060187" y="12753975"/>
            <a:ext cx="10593387" cy="2554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Font typeface="Calibri"/>
              <a:buNone/>
            </a:pPr>
            <a:r>
              <a:rPr b="1" i="0" lang="pt-BR" sz="8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ESPAÇO PARA 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0"/>
            <a:ext cx="49117250" cy="276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 txBox="1"/>
          <p:nvPr/>
        </p:nvSpPr>
        <p:spPr>
          <a:xfrm>
            <a:off x="40481250" y="808037"/>
            <a:ext cx="6132512" cy="773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 txBox="1"/>
          <p:nvPr/>
        </p:nvSpPr>
        <p:spPr>
          <a:xfrm>
            <a:off x="7502526" y="11644600"/>
            <a:ext cx="37181154" cy="433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800"/>
              <a:buFont typeface="Montserrat Medium"/>
              <a:buNone/>
            </a:pPr>
            <a:r>
              <a:rPr b="0" i="0" lang="pt-BR" sz="13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PARA MELHOR EXIBIÇÃO OS ARQUIVOS DEVEM SER ENVIADOS EM .PDF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ipo, Ícone final&#10;" id="122" name="Google Shape;12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9537" y="0"/>
            <a:ext cx="49095025" cy="2761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default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4F81BD"/>
      </a:accent4>
      <a:accent5>
        <a:srgbClr val="C0504D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Amaiza Cortez Guimaraes</dc:creator>
</cp:coreProperties>
</file>