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6"/>
  </p:notesMasterIdLst>
  <p:sldIdLst>
    <p:sldId id="256" r:id="rId2"/>
    <p:sldId id="257" r:id="rId3"/>
    <p:sldId id="258" r:id="rId4"/>
    <p:sldId id="263" r:id="rId5"/>
  </p:sldIdLst>
  <p:sldSz cx="48875950" cy="27628850"/>
  <p:notesSz cx="6858000" cy="9144000"/>
  <p:embeddedFontLst>
    <p:embeddedFont>
      <p:font typeface="Lexend" panose="020B0604020202020204" charset="0"/>
      <p:regular r:id="rId7"/>
      <p:bold r:id="rId8"/>
    </p:embeddedFont>
    <p:embeddedFont>
      <p:font typeface="Lexend Medium" panose="020B0604020202020204" charset="0"/>
      <p:regular r:id="rId9"/>
      <p:bold r:id="rId10"/>
    </p:embeddedFont>
    <p:embeddedFont>
      <p:font typeface="Roboto Black" panose="02000000000000000000" pitchFamily="2" charset="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5914D4-7BD6-4791-8007-985CD7053A2A}">
  <a:tblStyle styleId="{575914D4-7BD6-4791-8007-985CD7053A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94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85800"/>
            <a:ext cx="6064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85800"/>
            <a:ext cx="6064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1e0c4e1b1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d1e0c4e1b1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85800"/>
            <a:ext cx="6064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studio-kids-highlight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 descr="Uma imagem contendo Diagram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/>
          <p:nvPr/>
        </p:nvSpPr>
        <p:spPr>
          <a:xfrm>
            <a:off x="6049922" y="11210075"/>
            <a:ext cx="283587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6600"/>
            </a:pP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Fonte: </a:t>
            </a:r>
            <a:r>
              <a:rPr lang="en-US" sz="10000" dirty="0" err="1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Lexend</a:t>
            </a: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Medium    </a:t>
            </a:r>
            <a:r>
              <a:rPr lang="en-US" sz="10000" dirty="0" err="1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Tamanho</a:t>
            </a: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: 100</a:t>
            </a:r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6F1589F2-9743-FF97-B08C-DBAB4882B8B9}"/>
              </a:ext>
            </a:extLst>
          </p:cNvPr>
          <p:cNvSpPr txBox="1"/>
          <p:nvPr/>
        </p:nvSpPr>
        <p:spPr>
          <a:xfrm>
            <a:off x="6049922" y="16124975"/>
            <a:ext cx="283587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6600"/>
            </a:pP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Fonte: </a:t>
            </a:r>
            <a:r>
              <a:rPr lang="en-US" sz="10000" dirty="0" err="1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Lexend</a:t>
            </a: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Medium    </a:t>
            </a:r>
            <a:r>
              <a:rPr lang="en-US" sz="10000" dirty="0" err="1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Tamanho</a:t>
            </a:r>
            <a:r>
              <a:rPr lang="en-US" sz="10000" dirty="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: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Imagem em preto e branc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18427700" y="844550"/>
            <a:ext cx="6127750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2494662" y="2740337"/>
            <a:ext cx="395748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Roboto Black"/>
              <a:buNone/>
            </a:pPr>
            <a:r>
              <a:rPr lang="en-US" sz="10000">
                <a:solidFill>
                  <a:srgbClr val="571075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Objetivo:</a:t>
            </a:r>
            <a:endParaRPr sz="8000">
              <a:solidFill>
                <a:srgbClr val="57107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2494650" y="4817950"/>
            <a:ext cx="370896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Fonte: </a:t>
            </a:r>
            <a:r>
              <a:rPr lang="en-US" sz="8000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Lexend</a:t>
            </a: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US" sz="8000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Tamanho</a:t>
            </a: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80</a:t>
            </a:r>
            <a:endParaRPr sz="8000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2494662" y="10802337"/>
            <a:ext cx="395748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Roboto Black"/>
              <a:buNone/>
            </a:pPr>
            <a:r>
              <a:rPr lang="en-US" sz="10000">
                <a:solidFill>
                  <a:srgbClr val="571075"/>
                </a:solidFill>
                <a:latin typeface="Lexend Medium"/>
                <a:ea typeface="Lexend Medium"/>
                <a:cs typeface="Lexend Medium"/>
                <a:sym typeface="Lexend Medium"/>
              </a:rPr>
              <a:t>Habilidade da BNCC:</a:t>
            </a:r>
            <a:endParaRPr sz="8000">
              <a:solidFill>
                <a:srgbClr val="57107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" name="Google Shape;21;p4">
            <a:extLst>
              <a:ext uri="{FF2B5EF4-FFF2-40B4-BE49-F238E27FC236}">
                <a16:creationId xmlns:a16="http://schemas.microsoft.com/office/drawing/2014/main" id="{E8F7F2C2-8D71-1995-C369-A10FA7A6D39D}"/>
              </a:ext>
            </a:extLst>
          </p:cNvPr>
          <p:cNvSpPr txBox="1"/>
          <p:nvPr/>
        </p:nvSpPr>
        <p:spPr>
          <a:xfrm>
            <a:off x="2494650" y="13653874"/>
            <a:ext cx="370896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Fonte: </a:t>
            </a:r>
            <a:r>
              <a:rPr lang="en-US" sz="8000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Lexend</a:t>
            </a: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US" sz="8000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Tamanho</a:t>
            </a:r>
            <a:r>
              <a:rPr lang="en-US" sz="8000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80</a:t>
            </a:r>
            <a:endParaRPr sz="8000" dirty="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Imagem em preto e branc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0" y="0"/>
            <a:ext cx="49117251" cy="2762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18427700" y="844550"/>
            <a:ext cx="61278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2203062" y="3469337"/>
            <a:ext cx="395748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Roboto Black"/>
              <a:buNone/>
            </a:pPr>
            <a:r>
              <a:rPr lang="en-US" sz="10000" dirty="0" err="1">
                <a:solidFill>
                  <a:srgbClr val="571075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Conteúdo</a:t>
            </a:r>
            <a:endParaRPr sz="10000" dirty="0">
              <a:solidFill>
                <a:srgbClr val="57107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03512" y="12646025"/>
            <a:ext cx="17514887" cy="267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 descr="Uma imagem contendo 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0650" y="0"/>
            <a:ext cx="49117250" cy="276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Imagem em preto e branc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0" y="0"/>
            <a:ext cx="49117251" cy="2762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18427700" y="844550"/>
            <a:ext cx="61278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2203062" y="3469337"/>
            <a:ext cx="395748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Roboto Black"/>
              <a:buNone/>
            </a:pPr>
            <a:r>
              <a:rPr lang="en-US" sz="10000" dirty="0" err="1">
                <a:solidFill>
                  <a:srgbClr val="571075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Conteúdo</a:t>
            </a:r>
            <a:endParaRPr sz="10000" dirty="0">
              <a:solidFill>
                <a:srgbClr val="57107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4F81BD"/>
      </a:accent4>
      <a:accent5>
        <a:srgbClr val="C0504D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Personalizar</PresentationFormat>
  <Paragraphs>7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Roboto Black</vt:lpstr>
      <vt:lpstr>Lexend Medium</vt:lpstr>
      <vt:lpstr>Calibri</vt:lpstr>
      <vt:lpstr>Arial</vt:lpstr>
      <vt:lpstr>Lexend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Danielle Golvim da Silva Campos</cp:lastModifiedBy>
  <cp:revision>1</cp:revision>
  <dcterms:modified xsi:type="dcterms:W3CDTF">2026-03-24T13:03:13Z</dcterms:modified>
</cp:coreProperties>
</file>